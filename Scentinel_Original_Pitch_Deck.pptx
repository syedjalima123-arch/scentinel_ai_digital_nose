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120640" cy="5120640"/>
          </a:xfrm>
          <a:prstGeom prst="ellipse">
            <a:avLst/>
          </a:prstGeom>
          <a:solidFill>
            <a:srgbClr val="2F3C7E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114800"/>
            <a:ext cx="2926080" cy="2926080"/>
          </a:xfrm>
          <a:prstGeom prst="ellipse">
            <a:avLst/>
          </a:prstGeom>
          <a:solidFill>
            <a:srgbClr val="F9616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6868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icons_wav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815" y="107853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SCENTINEL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Personal Smell Assistant for Anosmia Patients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749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Voice-guided safety alerts and cooking assistance for the millions who live without a sense of smell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HACKACE 2026  ·  DOMAIN 1: OPEN CHALLENGE SOLUTIONS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smell removes a safety sense most people never think about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s_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16347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2.5M+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Americans live with anosmia — and far more globally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96596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icons_fir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950" y="216347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834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4663440" y="3383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danger signals missed: gas leaks, smoke, spoiled food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03920" y="196596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2" descr="icons_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430" y="2163470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834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8503920" y="3383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devices built for smell-loss safety today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34340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2F3C7E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77240" y="4297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9E79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</a:t>
            </a:r>
            <a:endParaRPr lang="en-US" sz="7000" dirty="0"/>
          </a:p>
        </p:txBody>
      </p:sp>
      <p:sp>
        <p:nvSpPr>
          <p:cNvPr id="21" name="Text 16"/>
          <p:cNvSpPr/>
          <p:nvPr/>
        </p:nvSpPr>
        <p:spPr>
          <a:xfrm>
            <a:off x="1554480" y="457200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couldn’t smell the gas leak in her kitchen for six hours. Her carbon monoxide detector never triggered because the leak was propane, not smoke — but her nose, if she’d had one, would have caught it in seconds.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SCENTINEL  ·  AI Smell Assistant for Anosmia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Existing Solutions vs. Scentinel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detectors and air-quality monitors already exist — but none of them are built for anosmia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40080" cy="640080"/>
          </a:xfrm>
          <a:prstGeom prst="ellipse">
            <a:avLst/>
          </a:prstGeom>
          <a:solidFill>
            <a:srgbClr val="5A6072"/>
          </a:solidFill>
          <a:ln/>
        </p:spPr>
      </p:sp>
      <p:pic>
        <p:nvPicPr>
          <p:cNvPr id="6" name="Image 0" descr="icons_bel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2029054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0604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Smoke &amp; CO Detectors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306324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fire and CO only — miss gas leaks and spoiled food entirely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1856232"/>
            <a:ext cx="640080" cy="640080"/>
          </a:xfrm>
          <a:prstGeom prst="ellipse">
            <a:avLst/>
          </a:prstGeom>
          <a:solidFill>
            <a:srgbClr val="5A6072"/>
          </a:solidFill>
          <a:ln/>
        </p:spPr>
      </p:sp>
      <p:pic>
        <p:nvPicPr>
          <p:cNvPr id="11" name="Image 1" descr="icons_mobi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974" y="2029054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60604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Generic Air-Quality Monitors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45152" y="306324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number on a screen — no explanation, no voice, no alerting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1856232"/>
            <a:ext cx="640080" cy="640080"/>
          </a:xfrm>
          <a:prstGeom prst="ellipse">
            <a:avLst/>
          </a:prstGeom>
          <a:solidFill>
            <a:srgbClr val="5A6072"/>
          </a:solidFill>
          <a:ln/>
        </p:spPr>
      </p:sp>
      <p:pic>
        <p:nvPicPr>
          <p:cNvPr id="16" name="Image 2" descr="icons_chi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454" y="2029054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5632" y="260604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Nothing Built for Anosmia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85632" y="306324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consumer product today is designed around smell loss specifically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11064240" cy="2423160"/>
          </a:xfrm>
          <a:prstGeom prst="roundRect">
            <a:avLst>
              <a:gd name="adj" fmla="val 3019"/>
            </a:avLst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22960" y="4023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VS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2468880" y="406908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smoke/CO only  →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Scentinel detects gas, smoke, AND food spoilage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2468880" y="452628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number on a screen  →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Scentinel speaks a plain-language alert out loud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2468880" y="498348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threshold  →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Scentinel learns YOUR household’s own baseline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2468880" y="544068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design for anosmia at all  →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anosmia: safety + cooking, in one device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SCENTINEL  ·  AI Smell Assistant for Anosmia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sensor pod + AI backend that speaks smell out loud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icons_fir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16347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Safety Net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gas leaks, smoke, and combustible fumes in real time and raises an urgent voice + light alert.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9659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_utensils_2F3C7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950" y="216347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880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Cooking Assistance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63440" y="33375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when food smells “off” — spoiled dairy, burning food, gone-bad leftovers — before you taste it.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03920" y="196596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2" descr="icons_microphon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430" y="2163470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880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Voice Assistant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03920" y="33375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“is my kitchen safe?” or “does this smell fine?” and get a spoken, plain-language answer.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substitution — the same principle behind vision-to-sound aids for blind users — applied to smell.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SCENTINEL  ·  AI Smell Assistant for Anosmia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→ classify → reason → speak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7048" y="1947672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1527048" y="1947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icons_chip_2F3C7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269748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31927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Sense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/ MQ-135 / BME680 gas + VOC sensors on ESP32 read air continuously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099816" y="2697480"/>
            <a:ext cx="23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46704" y="169164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25112" y="1947672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0"/>
          <p:cNvSpPr/>
          <p:nvPr/>
        </p:nvSpPr>
        <p:spPr>
          <a:xfrm>
            <a:off x="4325112" y="1947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Image 1" descr="icons_vial_2F3C7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2697480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83864" y="331927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Classify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29584" y="365760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thresholds tag readings: smoke, gas, spoilage, or normal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897880" y="2697480"/>
            <a:ext cx="23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144768" y="169164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23176" y="1947672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6"/>
          <p:cNvSpPr/>
          <p:nvPr/>
        </p:nvSpPr>
        <p:spPr>
          <a:xfrm>
            <a:off x="7123176" y="1947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pic>
        <p:nvPicPr>
          <p:cNvPr id="21" name="Image 2" descr="icons_brain_2F3C7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697480"/>
            <a:ext cx="475488" cy="4754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81928" y="331927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Reason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327648" y="365760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turns sensor data + context into a plain-language explanation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695944" y="2697480"/>
            <a:ext cx="23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8942832" y="169164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921240" y="1947672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7" name="Text 22"/>
          <p:cNvSpPr/>
          <p:nvPr/>
        </p:nvSpPr>
        <p:spPr>
          <a:xfrm>
            <a:off x="9921240" y="1947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pic>
        <p:nvPicPr>
          <p:cNvPr id="28" name="Image 3" descr="icons_bell_2F3C7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6104" y="2697480"/>
            <a:ext cx="475488" cy="4754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079992" y="331927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Speak &amp; Alert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125712" y="365760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 speaks the message; light/haptic alert fires locally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 ESP32 (WiFi)  →  FastAPI  →  SQLite log  →  LLM API for language generation  →  Web Speech API (TTS)  →  React dashboard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SCENTINEL  ·  AI Smell Assistant for Anosmia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Makes It Novel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“a gas sensor with an app” — an AI layer that reasons and personalizes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2A3570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6596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s_br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974" y="2151126"/>
            <a:ext cx="315468" cy="315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Personalized baselines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00200" y="22219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what YOUR fridge, YOUR stove, YOUR kitchen normally smell like — not generic thresholds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2A3570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19088" y="196596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icons_vial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54" y="2151126"/>
            <a:ext cx="315468" cy="3154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Category-aware, not binary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269480" y="22219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smoke vs. gas vs. spoilage vs. normal instead of a single “danger” beep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2A3570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42900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2" descr="icons_microphon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74" y="3614166"/>
            <a:ext cx="315468" cy="3154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Natural-language reasoning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00200" y="36850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explains WHY an alert fired and what to check, not just that a threshold was crossed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1546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2A3570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19088" y="342900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1" name="Image 3" descr="icons_utensil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3614166"/>
            <a:ext cx="315468" cy="3154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Dual-purpose device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269480" y="36850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low-cost device covers both emergency safety AND everyday cooking assistance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SCENTINEL  ·  AI Smell Assistant for Anosmia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Hardware &amp; Software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~$30–$45 in parts, no custom ML training required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HARDWARE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93976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 Board  </a:t>
            </a:r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+ BLE compute core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865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Gas Sensor  </a:t>
            </a:r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LPG, propane, smoke detection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07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MQ-135 / BME680  </a:t>
            </a:r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quality, VOCs, ammonia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355848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278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 </a:t>
            </a:r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+ humidity context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764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484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RGB LED  </a:t>
            </a:r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physical alert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093976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 </a:t>
            </a:r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/ PlatformIO — reads sensors, posts over WiFi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2514600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3865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SQLite — receives data, runs classifier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2935224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807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 </a:t>
            </a:r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classifier + LLM for language generation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3355848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2278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 </a:t>
            </a:r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for speech-to-text / text-to-speech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3776472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6484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</a:t>
            </a:r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— live sensor status, alert log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4343400"/>
            <a:ext cx="10332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timeline: hardware bring-up (0–8h) → backend + classifier (8–14h) → frontend + voice (14–20h) → integration &amp; demo polish (20–30h)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SCENTINEL  ·  AI Smell Assistant for Anosmia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Live Demo Scenarios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triggers, physical hardware, spoken response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2F3C7E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Scenario A — Safety Net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53312" y="248716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lit lighter near the MQ-2 sensor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4564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53312" y="33832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flips to “DANGER” in real time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35254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53312" y="427939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speaks: “Gas or smoke detected near your stove — please check immediately”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19202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Scenario B — Cooking Assistance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37960" y="256032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68312" y="248716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 vinegar-soaked cotton ball near the MQ-135 sensor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37960" y="34564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68312" y="33832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aloud: “Does this smell fine?”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37960" y="435254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68312" y="427939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replies: “This smells off — similar to spoiled dairy, I’d avoid it”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SCENTINEL  ·  AI Smell Assistant for Anosmia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 Simulation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classifier on a 5-class odor dataset (WEKA, 500 instances, 5 sensor features)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6479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96.6%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6791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483/500 correctly classified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76479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96.7%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63440" y="2377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Precision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63440" y="26791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5 odor classes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176479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0.318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503920" y="2377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03920" y="26791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stratified 10-fold CV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6400800" cy="265176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  <a:gridCol w="1463040"/>
              </a:tblGrid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F-Measure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Leak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Spoiled Food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223760" y="3337560"/>
            <a:ext cx="4389120" cy="2651760"/>
          </a:xfrm>
          <a:prstGeom prst="roundRect">
            <a:avLst>
              <a:gd name="adj" fmla="val 2759"/>
            </a:avLst>
          </a:prstGeom>
          <a:solidFill>
            <a:srgbClr val="1F2A5E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98080" y="3520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Dataset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498080" y="388620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odor_dataset_500 — 500 instances, 5 sensor features (MQ2, MQ135, MQ136, VOC) across 5 classes: Gas Leak, Smoke, Coffee, Perfume, Spoiled Food. Trained with SMO (SVM) in WEKA, stratified 10-fold cross-validation.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SCENTINEL  ·  AI Smell Assistant for Anosmia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SDG Alignment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toward the UN Sustainable Development Goals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Good Health &amp; Well-Being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harm from undetected gas leaks, smoke, and spoiled food; supports safe, independent living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965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31089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Industry, Innovation &amp; Infrastructure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3840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low-cost IoT sensing and AI reasoning to build new assistive infrastructure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3920" y="1965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9E795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503920" y="31089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Reduced Inequalities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03920" y="3840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an accessibility gap with no mainstream consumer solution today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SCENTINEL  ·  AI Smell Assistant for Anosmia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Impact &amp;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weekend prototype to a real assistive device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Who this helps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Post-viral / COVID-related anosmia patients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01752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9077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Congenital anosmia (born without smell)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61188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5021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users with age-related smell loss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20624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0965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Neurological patients (Parkinson’s, head trauma)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64592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2F3C7E"/>
          </a:solidFill>
          <a:ln/>
          <a:effectLst>
            <a:outerShdw sx="100000" sy="100000" kx="0" ky="0" algn="bl" rotWithShape="0" blurRad="76200" dist="25400" dir="5400000">
              <a:srgbClr val="8C8C99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Roadmap after the hackathon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24231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86600" y="24231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enclosure + longer battery life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31546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86600" y="3154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classifier replacing rule thresholds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38862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86600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Smart-home integration (lights, notifications)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46177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86600" y="4617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pilot with anosmia support groups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SCENTINEL  ·  AI Smell Assistant for Anosmia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5120640" cy="5120640"/>
          </a:xfrm>
          <a:prstGeom prst="ellipse">
            <a:avLst/>
          </a:prstGeom>
          <a:solidFill>
            <a:srgbClr val="2F3C7E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icons_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815" y="1032815"/>
            <a:ext cx="357530" cy="3575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103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Smell is a safety sense.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743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Scentinel gives it back — one alert, one spoken sentence at a time.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2026-08-15T12:13:03Z</dcterms:created>
  <dcterms:modified xsi:type="dcterms:W3CDTF">2026-08-15T12:13:03Z</dcterms:modified>
</cp:coreProperties>
</file>